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8"/>
  </p:notesMasterIdLst>
  <p:sldIdLst>
    <p:sldId id="261" r:id="rId3"/>
    <p:sldId id="268" r:id="rId4"/>
    <p:sldId id="266" r:id="rId5"/>
    <p:sldId id="267" r:id="rId6"/>
    <p:sldId id="26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DD0DE-20E6-4249-AB97-505BCEA31C11}" v="3" dt="2025-02-06T07:46:18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817" autoAdjust="0"/>
  </p:normalViewPr>
  <p:slideViewPr>
    <p:cSldViewPr snapToGrid="0" showGuides="1">
      <p:cViewPr varScale="1">
        <p:scale>
          <a:sx n="56" d="100"/>
          <a:sy n="56" d="100"/>
        </p:scale>
        <p:origin x="10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ovic DOUMINGE" userId="34b26510-70ff-49f8-bc35-bbe1edf35e2b" providerId="ADAL" clId="{5FEDD0DE-20E6-4249-AB97-505BCEA31C11}"/>
    <pc:docChg chg="custSel addSld delSld modSld sldOrd">
      <pc:chgData name="Ludovic DOUMINGE" userId="34b26510-70ff-49f8-bc35-bbe1edf35e2b" providerId="ADAL" clId="{5FEDD0DE-20E6-4249-AB97-505BCEA31C11}" dt="2025-02-06T08:56:37.717" v="90"/>
      <pc:docMkLst>
        <pc:docMk/>
      </pc:docMkLst>
      <pc:sldChg chg="modSp mod">
        <pc:chgData name="Ludovic DOUMINGE" userId="34b26510-70ff-49f8-bc35-bbe1edf35e2b" providerId="ADAL" clId="{5FEDD0DE-20E6-4249-AB97-505BCEA31C11}" dt="2025-02-06T07:30:48.214" v="4" actId="20577"/>
        <pc:sldMkLst>
          <pc:docMk/>
          <pc:sldMk cId="2333917140" sldId="261"/>
        </pc:sldMkLst>
        <pc:spChg chg="mod">
          <ac:chgData name="Ludovic DOUMINGE" userId="34b26510-70ff-49f8-bc35-bbe1edf35e2b" providerId="ADAL" clId="{5FEDD0DE-20E6-4249-AB97-505BCEA31C11}" dt="2025-02-06T07:30:48.214" v="4" actId="20577"/>
          <ac:spMkLst>
            <pc:docMk/>
            <pc:sldMk cId="2333917140" sldId="261"/>
            <ac:spMk id="3" creationId="{83805935-D9E2-4B82-83B7-DA17E1642F03}"/>
          </ac:spMkLst>
        </pc:spChg>
      </pc:sldChg>
      <pc:sldChg chg="addSp delSp modSp mod">
        <pc:chgData name="Ludovic DOUMINGE" userId="34b26510-70ff-49f8-bc35-bbe1edf35e2b" providerId="ADAL" clId="{5FEDD0DE-20E6-4249-AB97-505BCEA31C11}" dt="2025-02-06T07:46:40.850" v="74" actId="1076"/>
        <pc:sldMkLst>
          <pc:docMk/>
          <pc:sldMk cId="4003672309" sldId="266"/>
        </pc:sldMkLst>
        <pc:spChg chg="mod">
          <ac:chgData name="Ludovic DOUMINGE" userId="34b26510-70ff-49f8-bc35-bbe1edf35e2b" providerId="ADAL" clId="{5FEDD0DE-20E6-4249-AB97-505BCEA31C11}" dt="2025-02-06T07:31:01.502" v="15" actId="20577"/>
          <ac:spMkLst>
            <pc:docMk/>
            <pc:sldMk cId="4003672309" sldId="266"/>
            <ac:spMk id="2" creationId="{348CA4DE-61F6-95C4-FBEE-C776E445BE1E}"/>
          </ac:spMkLst>
        </pc:spChg>
        <pc:spChg chg="del">
          <ac:chgData name="Ludovic DOUMINGE" userId="34b26510-70ff-49f8-bc35-bbe1edf35e2b" providerId="ADAL" clId="{5FEDD0DE-20E6-4249-AB97-505BCEA31C11}" dt="2025-02-06T07:30:55.277" v="5" actId="478"/>
          <ac:spMkLst>
            <pc:docMk/>
            <pc:sldMk cId="4003672309" sldId="266"/>
            <ac:spMk id="3" creationId="{112B92AB-86B1-AD8D-6DEE-F50491F436E2}"/>
          </ac:spMkLst>
        </pc:spChg>
        <pc:spChg chg="del">
          <ac:chgData name="Ludovic DOUMINGE" userId="34b26510-70ff-49f8-bc35-bbe1edf35e2b" providerId="ADAL" clId="{5FEDD0DE-20E6-4249-AB97-505BCEA31C11}" dt="2025-02-06T07:30:55.277" v="5" actId="478"/>
          <ac:spMkLst>
            <pc:docMk/>
            <pc:sldMk cId="4003672309" sldId="266"/>
            <ac:spMk id="7" creationId="{E05CEA20-2936-E9CC-6C5B-7174816FC67A}"/>
          </ac:spMkLst>
        </pc:spChg>
        <pc:spChg chg="del">
          <ac:chgData name="Ludovic DOUMINGE" userId="34b26510-70ff-49f8-bc35-bbe1edf35e2b" providerId="ADAL" clId="{5FEDD0DE-20E6-4249-AB97-505BCEA31C11}" dt="2025-02-06T07:30:55.277" v="5" actId="478"/>
          <ac:spMkLst>
            <pc:docMk/>
            <pc:sldMk cId="4003672309" sldId="266"/>
            <ac:spMk id="8" creationId="{B1F4B6DC-DB82-8F4D-2740-E9937ABCAA84}"/>
          </ac:spMkLst>
        </pc:spChg>
        <pc:spChg chg="add mod">
          <ac:chgData name="Ludovic DOUMINGE" userId="34b26510-70ff-49f8-bc35-bbe1edf35e2b" providerId="ADAL" clId="{5FEDD0DE-20E6-4249-AB97-505BCEA31C11}" dt="2025-02-06T07:45:59.799" v="70" actId="1076"/>
          <ac:spMkLst>
            <pc:docMk/>
            <pc:sldMk cId="4003672309" sldId="266"/>
            <ac:spMk id="11" creationId="{C902B905-6EBD-A9C7-0F0D-410B4DAB1B74}"/>
          </ac:spMkLst>
        </pc:spChg>
        <pc:spChg chg="add mod">
          <ac:chgData name="Ludovic DOUMINGE" userId="34b26510-70ff-49f8-bc35-bbe1edf35e2b" providerId="ADAL" clId="{5FEDD0DE-20E6-4249-AB97-505BCEA31C11}" dt="2025-02-06T07:46:40.850" v="74" actId="1076"/>
          <ac:spMkLst>
            <pc:docMk/>
            <pc:sldMk cId="4003672309" sldId="266"/>
            <ac:spMk id="14" creationId="{5E777669-0A07-AFAF-502A-FAE577A09FC4}"/>
          </ac:spMkLst>
        </pc:spChg>
        <pc:spChg chg="del">
          <ac:chgData name="Ludovic DOUMINGE" userId="34b26510-70ff-49f8-bc35-bbe1edf35e2b" providerId="ADAL" clId="{5FEDD0DE-20E6-4249-AB97-505BCEA31C11}" dt="2025-02-06T07:30:55.277" v="5" actId="478"/>
          <ac:spMkLst>
            <pc:docMk/>
            <pc:sldMk cId="4003672309" sldId="266"/>
            <ac:spMk id="23" creationId="{5929A42F-D4DE-C128-D368-2CF19880E183}"/>
          </ac:spMkLst>
        </pc:spChg>
        <pc:grpChg chg="del">
          <ac:chgData name="Ludovic DOUMINGE" userId="34b26510-70ff-49f8-bc35-bbe1edf35e2b" providerId="ADAL" clId="{5FEDD0DE-20E6-4249-AB97-505BCEA31C11}" dt="2025-02-06T07:30:55.277" v="5" actId="478"/>
          <ac:grpSpMkLst>
            <pc:docMk/>
            <pc:sldMk cId="4003672309" sldId="266"/>
            <ac:grpSpMk id="6" creationId="{E5E7241A-E300-3CAB-9D51-96E56E7413C9}"/>
          </ac:grpSpMkLst>
        </pc:grpChg>
        <pc:grpChg chg="del">
          <ac:chgData name="Ludovic DOUMINGE" userId="34b26510-70ff-49f8-bc35-bbe1edf35e2b" providerId="ADAL" clId="{5FEDD0DE-20E6-4249-AB97-505BCEA31C11}" dt="2025-02-06T07:30:55.277" v="5" actId="478"/>
          <ac:grpSpMkLst>
            <pc:docMk/>
            <pc:sldMk cId="4003672309" sldId="266"/>
            <ac:grpSpMk id="22" creationId="{524F59EB-516D-725A-46C3-427D44562061}"/>
          </ac:grpSpMkLst>
        </pc:grpChg>
        <pc:picChg chg="add mod">
          <ac:chgData name="Ludovic DOUMINGE" userId="34b26510-70ff-49f8-bc35-bbe1edf35e2b" providerId="ADAL" clId="{5FEDD0DE-20E6-4249-AB97-505BCEA31C11}" dt="2025-02-06T07:31:30.763" v="22" actId="1076"/>
          <ac:picMkLst>
            <pc:docMk/>
            <pc:sldMk cId="4003672309" sldId="266"/>
            <ac:picMk id="10" creationId="{7784549F-0F67-05FB-6C56-472532954C15}"/>
          </ac:picMkLst>
        </pc:picChg>
        <pc:picChg chg="add mod">
          <ac:chgData name="Ludovic DOUMINGE" userId="34b26510-70ff-49f8-bc35-bbe1edf35e2b" providerId="ADAL" clId="{5FEDD0DE-20E6-4249-AB97-505BCEA31C11}" dt="2025-02-06T07:45:46.793" v="67" actId="1076"/>
          <ac:picMkLst>
            <pc:docMk/>
            <pc:sldMk cId="4003672309" sldId="266"/>
            <ac:picMk id="13" creationId="{7EDAE4F9-80FB-13C4-B58D-208F1B86BB7F}"/>
          </ac:picMkLst>
        </pc:picChg>
      </pc:sldChg>
      <pc:sldChg chg="addSp delSp modSp add mod">
        <pc:chgData name="Ludovic DOUMINGE" userId="34b26510-70ff-49f8-bc35-bbe1edf35e2b" providerId="ADAL" clId="{5FEDD0DE-20E6-4249-AB97-505BCEA31C11}" dt="2025-02-06T07:34:21.698" v="62" actId="1076"/>
        <pc:sldMkLst>
          <pc:docMk/>
          <pc:sldMk cId="791439621" sldId="267"/>
        </pc:sldMkLst>
        <pc:spChg chg="mod">
          <ac:chgData name="Ludovic DOUMINGE" userId="34b26510-70ff-49f8-bc35-bbe1edf35e2b" providerId="ADAL" clId="{5FEDD0DE-20E6-4249-AB97-505BCEA31C11}" dt="2025-02-06T07:32:50.246" v="44" actId="5793"/>
          <ac:spMkLst>
            <pc:docMk/>
            <pc:sldMk cId="791439621" sldId="267"/>
            <ac:spMk id="2" creationId="{F659FE00-9B3C-9253-62DD-AA289E82A0DC}"/>
          </ac:spMkLst>
        </pc:spChg>
        <pc:spChg chg="add mod">
          <ac:chgData name="Ludovic DOUMINGE" userId="34b26510-70ff-49f8-bc35-bbe1edf35e2b" providerId="ADAL" clId="{5FEDD0DE-20E6-4249-AB97-505BCEA31C11}" dt="2025-02-06T07:34:21.698" v="62" actId="1076"/>
          <ac:spMkLst>
            <pc:docMk/>
            <pc:sldMk cId="791439621" sldId="267"/>
            <ac:spMk id="5" creationId="{B16CC109-9C3A-0DDE-B9B0-414F0BB15708}"/>
          </ac:spMkLst>
        </pc:spChg>
        <pc:picChg chg="add mod">
          <ac:chgData name="Ludovic DOUMINGE" userId="34b26510-70ff-49f8-bc35-bbe1edf35e2b" providerId="ADAL" clId="{5FEDD0DE-20E6-4249-AB97-505BCEA31C11}" dt="2025-02-06T07:33:34.824" v="59" actId="1076"/>
          <ac:picMkLst>
            <pc:docMk/>
            <pc:sldMk cId="791439621" sldId="267"/>
            <ac:picMk id="4" creationId="{874F96A0-9EC5-CF26-AFE8-C865E3E1B42C}"/>
          </ac:picMkLst>
        </pc:picChg>
        <pc:picChg chg="del">
          <ac:chgData name="Ludovic DOUMINGE" userId="34b26510-70ff-49f8-bc35-bbe1edf35e2b" providerId="ADAL" clId="{5FEDD0DE-20E6-4249-AB97-505BCEA31C11}" dt="2025-02-06T07:32:26.267" v="24" actId="478"/>
          <ac:picMkLst>
            <pc:docMk/>
            <pc:sldMk cId="791439621" sldId="267"/>
            <ac:picMk id="10" creationId="{702DC0C5-85D4-2C73-A8F0-F19853C4CE3C}"/>
          </ac:picMkLst>
        </pc:picChg>
      </pc:sldChg>
      <pc:sldChg chg="addSp modSp add mod ord">
        <pc:chgData name="Ludovic DOUMINGE" userId="34b26510-70ff-49f8-bc35-bbe1edf35e2b" providerId="ADAL" clId="{5FEDD0DE-20E6-4249-AB97-505BCEA31C11}" dt="2025-02-06T08:56:37.717" v="90"/>
        <pc:sldMkLst>
          <pc:docMk/>
          <pc:sldMk cId="1872129759" sldId="268"/>
        </pc:sldMkLst>
        <pc:picChg chg="add mod">
          <ac:chgData name="Ludovic DOUMINGE" userId="34b26510-70ff-49f8-bc35-bbe1edf35e2b" providerId="ADAL" clId="{5FEDD0DE-20E6-4249-AB97-505BCEA31C11}" dt="2025-02-06T08:04:51.111" v="80" actId="1076"/>
          <ac:picMkLst>
            <pc:docMk/>
            <pc:sldMk cId="1872129759" sldId="268"/>
            <ac:picMk id="4" creationId="{BA538CE7-99BB-0772-7201-9F5B3D3165A1}"/>
          </ac:picMkLst>
        </pc:picChg>
        <pc:picChg chg="add mod">
          <ac:chgData name="Ludovic DOUMINGE" userId="34b26510-70ff-49f8-bc35-bbe1edf35e2b" providerId="ADAL" clId="{5FEDD0DE-20E6-4249-AB97-505BCEA31C11}" dt="2025-02-06T08:05:39.137" v="85" actId="1076"/>
          <ac:picMkLst>
            <pc:docMk/>
            <pc:sldMk cId="1872129759" sldId="268"/>
            <ac:picMk id="6" creationId="{9782C9E7-60C0-3588-BAD7-AE982EF2AF5D}"/>
          </ac:picMkLst>
        </pc:picChg>
        <pc:picChg chg="add mod">
          <ac:chgData name="Ludovic DOUMINGE" userId="34b26510-70ff-49f8-bc35-bbe1edf35e2b" providerId="ADAL" clId="{5FEDD0DE-20E6-4249-AB97-505BCEA31C11}" dt="2025-02-06T08:07:05.604" v="88" actId="1076"/>
          <ac:picMkLst>
            <pc:docMk/>
            <pc:sldMk cId="1872129759" sldId="268"/>
            <ac:picMk id="8" creationId="{034EA448-AC13-8E13-07EA-E71291F52A08}"/>
          </ac:picMkLst>
        </pc:picChg>
      </pc:sldChg>
      <pc:sldChg chg="del">
        <pc:chgData name="Ludovic DOUMINGE" userId="34b26510-70ff-49f8-bc35-bbe1edf35e2b" providerId="ADAL" clId="{5FEDD0DE-20E6-4249-AB97-505BCEA31C11}" dt="2025-02-06T07:31:04.515" v="16" actId="47"/>
        <pc:sldMkLst>
          <pc:docMk/>
          <pc:sldMk cId="3853249300" sldId="268"/>
        </pc:sldMkLst>
      </pc:sldChg>
      <pc:sldChg chg="addSp modSp add mod">
        <pc:chgData name="Ludovic DOUMINGE" userId="34b26510-70ff-49f8-bc35-bbe1edf35e2b" providerId="ADAL" clId="{5FEDD0DE-20E6-4249-AB97-505BCEA31C11}" dt="2025-02-06T07:51:11.187" v="77" actId="1076"/>
        <pc:sldMkLst>
          <pc:docMk/>
          <pc:sldMk cId="32009652" sldId="269"/>
        </pc:sldMkLst>
        <pc:spChg chg="mod">
          <ac:chgData name="Ludovic DOUMINGE" userId="34b26510-70ff-49f8-bc35-bbe1edf35e2b" providerId="ADAL" clId="{5FEDD0DE-20E6-4249-AB97-505BCEA31C11}" dt="2025-02-06T07:33:00.584" v="53" actId="20577"/>
          <ac:spMkLst>
            <pc:docMk/>
            <pc:sldMk cId="32009652" sldId="269"/>
            <ac:spMk id="2" creationId="{F4F8FCBD-26A3-7A68-62E6-C2AE8D4267BA}"/>
          </ac:spMkLst>
        </pc:spChg>
        <pc:picChg chg="add mod">
          <ac:chgData name="Ludovic DOUMINGE" userId="34b26510-70ff-49f8-bc35-bbe1edf35e2b" providerId="ADAL" clId="{5FEDD0DE-20E6-4249-AB97-505BCEA31C11}" dt="2025-02-06T07:33:09.470" v="56" actId="1076"/>
          <ac:picMkLst>
            <pc:docMk/>
            <pc:sldMk cId="32009652" sldId="269"/>
            <ac:picMk id="4" creationId="{95C7D3D1-090E-1231-F9C2-85191154A27C}"/>
          </ac:picMkLst>
        </pc:picChg>
        <pc:picChg chg="add mod">
          <ac:chgData name="Ludovic DOUMINGE" userId="34b26510-70ff-49f8-bc35-bbe1edf35e2b" providerId="ADAL" clId="{5FEDD0DE-20E6-4249-AB97-505BCEA31C11}" dt="2025-02-06T07:51:11.187" v="77" actId="1076"/>
          <ac:picMkLst>
            <pc:docMk/>
            <pc:sldMk cId="32009652" sldId="269"/>
            <ac:picMk id="6" creationId="{1203786F-531B-F7AF-222F-E8A1BB9D3F76}"/>
          </ac:picMkLst>
        </pc:picChg>
      </pc:sldChg>
      <pc:sldChg chg="del">
        <pc:chgData name="Ludovic DOUMINGE" userId="34b26510-70ff-49f8-bc35-bbe1edf35e2b" providerId="ADAL" clId="{5FEDD0DE-20E6-4249-AB97-505BCEA31C11}" dt="2025-02-06T07:31:06.086" v="17" actId="47"/>
        <pc:sldMkLst>
          <pc:docMk/>
          <pc:sldMk cId="2735079473" sldId="269"/>
        </pc:sldMkLst>
      </pc:sldChg>
      <pc:sldChg chg="del">
        <pc:chgData name="Ludovic DOUMINGE" userId="34b26510-70ff-49f8-bc35-bbe1edf35e2b" providerId="ADAL" clId="{5FEDD0DE-20E6-4249-AB97-505BCEA31C11}" dt="2025-02-06T07:31:07.349" v="19" actId="47"/>
        <pc:sldMkLst>
          <pc:docMk/>
          <pc:sldMk cId="3783569374" sldId="270"/>
        </pc:sldMkLst>
      </pc:sldChg>
      <pc:sldChg chg="del">
        <pc:chgData name="Ludovic DOUMINGE" userId="34b26510-70ff-49f8-bc35-bbe1edf35e2b" providerId="ADAL" clId="{5FEDD0DE-20E6-4249-AB97-505BCEA31C11}" dt="2025-02-06T07:31:06.897" v="18" actId="47"/>
        <pc:sldMkLst>
          <pc:docMk/>
          <pc:sldMk cId="2213293118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34CC1-172E-421F-9EAD-37228F0FD766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42E46-5DE6-4835-AB7F-374F3A3A32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71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FF43-E794-444B-F661-23301AEA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DC9F79-7D4D-50C7-092E-B43E64761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4FEDF5-3E98-875A-3008-FA3503B11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85B131-829E-6BB6-9393-14B2C7A74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42E46-5DE6-4835-AB7F-374F3A3A325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90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42E46-5DE6-4835-AB7F-374F3A3A325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206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4746-5983-4B64-B59C-B6848743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D24F9C-F229-C325-3601-A37F702EB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C125A8-B454-26F0-F366-763310231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567D16-8E67-FDC4-2462-58AF4398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42E46-5DE6-4835-AB7F-374F3A3A325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6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D470-92AC-5C7C-CB9D-7BC8DD3C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4967A68-B013-46BE-3980-687DFC2CD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6848DC-A64C-EBF8-3311-B1AE56D2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A20EC9-27BC-8871-80C5-83EB9BC01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42E46-5DE6-4835-AB7F-374F3A3A325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247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8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216C5678-EE20-4FA5-88E2-6E0BD67A2E26}" type="datetime1">
              <a:rPr lang="en-US" smtClean="0"/>
              <a:t>2/6/2025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5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B11D738E-8962-435F-8C43-147B8DD7E819}" type="datetime1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09CAEA93-55E7-4DA9-90C2-089A26EEFEC4}" type="datetime1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9453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E34CF3C7-6809-4F39-BD67-A75817BDDE0A}" type="datetime1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5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F7EAEB24-CE78-465C-A726-91D0868FA48F}" type="datetime1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40BAADF0-1749-4E8B-9691-B44A5F8C0895}" type="datetime1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4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A8AF628A-A867-4937-BBE5-207DB6F9C51A}" type="datetime1">
              <a:rPr lang="en-US" smtClean="0"/>
              <a:t>2/6/2025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1775" y="-28625"/>
            <a:ext cx="3746153" cy="108190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53489"/>
            <a:ext cx="2872560" cy="115829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051310"/>
            <a:ext cx="12192000" cy="545123"/>
          </a:xfrm>
          <a:prstGeom prst="rect">
            <a:avLst/>
          </a:prstGeom>
          <a:solidFill>
            <a:srgbClr val="005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0833" y="59664"/>
            <a:ext cx="1748005" cy="931985"/>
          </a:xfrm>
          <a:prstGeom prst="rect">
            <a:avLst/>
          </a:prstGeom>
        </p:spPr>
      </p:pic>
      <p:sp>
        <p:nvSpPr>
          <p:cNvPr id="14" name="Parallélogramme 13"/>
          <p:cNvSpPr/>
          <p:nvPr userDrawn="1"/>
        </p:nvSpPr>
        <p:spPr>
          <a:xfrm>
            <a:off x="5503874" y="2"/>
            <a:ext cx="708108" cy="1051308"/>
          </a:xfrm>
          <a:prstGeom prst="parallelogram">
            <a:avLst/>
          </a:prstGeom>
          <a:solidFill>
            <a:srgbClr val="F0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30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118BBB94-68E6-4675-A946-F1C5994EDBD7}" type="datetime1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6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prstGeom prst="rect">
            <a:avLst/>
          </a:prstGeo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DC3B8377-21E3-4835-B75D-4E2847E2750F}" type="datetime1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EA051B39-B140-43FE-96DB-472A2B59CE7C}" type="datetime1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5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/>
          <a:lstStyle/>
          <a:p>
            <a:fld id="{DA600BB2-27C5-458B-ABCE-839C88CF47CE}" type="datetime1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/>
          <a:lstStyle/>
          <a:p>
            <a:fld id="{BA9B540C-44DA-4F69-89C9-7C84606640D3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7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166C32-0C7A-4381-B7AE-B8B7AE74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7FC050-146F-4F37-A643-21101B64D7A3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7B2FAC-9A68-4BDD-821F-7D72E96A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234A9E-6712-46C0-B617-E165868A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BD45FA-A6FD-45F0-B00E-7E00820867FD}" type="slidenum">
              <a:rPr lang="fr-FR" smtClean="0"/>
              <a:t>‹N°›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6F052B-87E6-41A9-939A-82F6DE465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C25CE0-C5FA-45DA-9B6E-364A587C1617}"/>
              </a:ext>
            </a:extLst>
          </p:cNvPr>
          <p:cNvSpPr/>
          <p:nvPr userDrawn="1"/>
        </p:nvSpPr>
        <p:spPr>
          <a:xfrm>
            <a:off x="0" y="4757530"/>
            <a:ext cx="12192000" cy="795131"/>
          </a:xfrm>
          <a:prstGeom prst="rect">
            <a:avLst/>
          </a:prstGeom>
          <a:solidFill>
            <a:srgbClr val="EA7C16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85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4000">
              <a:schemeClr val="bg1"/>
            </a:gs>
            <a:gs pos="50000">
              <a:schemeClr val="bg1">
                <a:tint val="90000"/>
                <a:shade val="90000"/>
                <a:satMod val="200000"/>
              </a:schemeClr>
            </a:gs>
            <a:gs pos="78000">
              <a:schemeClr val="bg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1775" y="-28625"/>
            <a:ext cx="3746153" cy="108190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53489"/>
            <a:ext cx="2872560" cy="115829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1051310"/>
            <a:ext cx="12192000" cy="545123"/>
          </a:xfrm>
          <a:prstGeom prst="rect">
            <a:avLst/>
          </a:prstGeom>
          <a:solidFill>
            <a:srgbClr val="005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0833" y="59664"/>
            <a:ext cx="1748005" cy="931985"/>
          </a:xfrm>
          <a:prstGeom prst="rect">
            <a:avLst/>
          </a:prstGeom>
        </p:spPr>
      </p:pic>
      <p:sp>
        <p:nvSpPr>
          <p:cNvPr id="13" name="Parallélogramme 12"/>
          <p:cNvSpPr/>
          <p:nvPr userDrawn="1"/>
        </p:nvSpPr>
        <p:spPr>
          <a:xfrm>
            <a:off x="5503874" y="2"/>
            <a:ext cx="708108" cy="1051308"/>
          </a:xfrm>
          <a:prstGeom prst="parallelogram">
            <a:avLst/>
          </a:prstGeom>
          <a:solidFill>
            <a:srgbClr val="F0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ZoneTexte 13"/>
          <p:cNvSpPr txBox="1"/>
          <p:nvPr userDrawn="1"/>
        </p:nvSpPr>
        <p:spPr>
          <a:xfrm>
            <a:off x="6211982" y="171713"/>
            <a:ext cx="3592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AUTOMOTIVE</a:t>
            </a:r>
          </a:p>
        </p:txBody>
      </p:sp>
    </p:spTree>
    <p:extLst>
      <p:ext uri="{BB962C8B-B14F-4D97-AF65-F5344CB8AC3E}">
        <p14:creationId xmlns:p14="http://schemas.microsoft.com/office/powerpoint/2010/main" val="166117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1B212D2-79EE-4FA5-8145-477D58BFA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2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udiophonics.fr/fr/adaptateurs-secteur/adaptateur-secteur-100-240v-ac-vers-24v-dc-8a-p-17266.html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audiophonics.fr/fr/modules-amplificateurs/tinysine-tsa7802b-p-18865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udiophonics.fr/fr/dsp-processeurs-av/tinysine-usbi-jtag-dsp-programmateur-sigma-dsp-p-14836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3805935-D9E2-4B82-83B7-DA17E1642F03}"/>
              </a:ext>
            </a:extLst>
          </p:cNvPr>
          <p:cNvSpPr txBox="1"/>
          <p:nvPr/>
        </p:nvSpPr>
        <p:spPr>
          <a:xfrm>
            <a:off x="3422469" y="4831929"/>
            <a:ext cx="5846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Etude acoustique DSP</a:t>
            </a:r>
          </a:p>
        </p:txBody>
      </p:sp>
    </p:spTree>
    <p:extLst>
      <p:ext uri="{BB962C8B-B14F-4D97-AF65-F5344CB8AC3E}">
        <p14:creationId xmlns:p14="http://schemas.microsoft.com/office/powerpoint/2010/main" val="233391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F226-17D0-BFCC-80B9-0B6CFE14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BA35221-C832-31E7-E593-14D8A9D126EE}"/>
              </a:ext>
            </a:extLst>
          </p:cNvPr>
          <p:cNvSpPr txBox="1"/>
          <p:nvPr/>
        </p:nvSpPr>
        <p:spPr>
          <a:xfrm>
            <a:off x="263136" y="112490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Equipement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A538CE7-99BB-0772-7201-9F5B3D316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805940"/>
            <a:ext cx="6796774" cy="243889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82C9E7-60C0-3588-BAD7-AE982EF2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60" y="4556537"/>
            <a:ext cx="5120640" cy="19448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34EA448-AC13-8E13-07EA-E71291F52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025389"/>
            <a:ext cx="4706687" cy="194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2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48CA4DE-61F6-95C4-FBEE-C776E445BE1E}"/>
              </a:ext>
            </a:extLst>
          </p:cNvPr>
          <p:cNvSpPr txBox="1"/>
          <p:nvPr/>
        </p:nvSpPr>
        <p:spPr>
          <a:xfrm>
            <a:off x="263136" y="112490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Equipement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784549F-0F67-05FB-6C56-47253295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36" y="1812391"/>
            <a:ext cx="7974330" cy="259297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902B905-6EBD-A9C7-0F0D-410B4DAB1B74}"/>
              </a:ext>
            </a:extLst>
          </p:cNvPr>
          <p:cNvSpPr txBox="1"/>
          <p:nvPr/>
        </p:nvSpPr>
        <p:spPr>
          <a:xfrm>
            <a:off x="8237466" y="2228671"/>
            <a:ext cx="3108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4"/>
              </a:rPr>
              <a:t>TINYSINE TSA7802B Module Amplificateur TPA3116D2 Bluetooth 5.1 DSP (TWS)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EDAE4F9-80FB-13C4-B58D-208F1B86B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503420"/>
            <a:ext cx="5447933" cy="192171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E777669-0A07-AFAF-502A-FAE577A09FC4}"/>
              </a:ext>
            </a:extLst>
          </p:cNvPr>
          <p:cNvSpPr txBox="1"/>
          <p:nvPr/>
        </p:nvSpPr>
        <p:spPr>
          <a:xfrm>
            <a:off x="1678908" y="5271426"/>
            <a:ext cx="339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6"/>
              </a:rPr>
              <a:t>Adaptateur Secteur 100-240V AC vers 24V DC 8A - </a:t>
            </a:r>
            <a:r>
              <a:rPr lang="fr-FR" dirty="0" err="1">
                <a:hlinkClick r:id="rId6"/>
              </a:rPr>
              <a:t>Audiophonics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367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3A76-ECE7-930A-309F-B66DDA47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659FE00-9B3C-9253-62DD-AA289E82A0DC}"/>
              </a:ext>
            </a:extLst>
          </p:cNvPr>
          <p:cNvSpPr txBox="1"/>
          <p:nvPr/>
        </p:nvSpPr>
        <p:spPr>
          <a:xfrm>
            <a:off x="263136" y="1124909"/>
            <a:ext cx="3249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Equipement – Programmation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74F96A0-9EC5-CF26-AFE8-C865E3E1B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977389"/>
            <a:ext cx="8361560" cy="329042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16CC109-9C3A-0DDE-B9B0-414F0BB15708}"/>
              </a:ext>
            </a:extLst>
          </p:cNvPr>
          <p:cNvSpPr txBox="1"/>
          <p:nvPr/>
        </p:nvSpPr>
        <p:spPr>
          <a:xfrm>
            <a:off x="797838" y="5548425"/>
            <a:ext cx="7520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4"/>
              </a:rPr>
              <a:t>TINYSINE USBI JTAG DSP Programmateur Sigma DSP - </a:t>
            </a:r>
            <a:r>
              <a:rPr lang="fr-FR" dirty="0" err="1">
                <a:hlinkClick r:id="rId4"/>
              </a:rPr>
              <a:t>Audiophonics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143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FCE7-D34A-0B57-F608-C8CDA885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4F8FCBD-26A3-7A68-62E6-C2AE8D4267BA}"/>
              </a:ext>
            </a:extLst>
          </p:cNvPr>
          <p:cNvSpPr txBox="1"/>
          <p:nvPr/>
        </p:nvSpPr>
        <p:spPr>
          <a:xfrm>
            <a:off x="263136" y="112490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Equipement - option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C7D3D1-090E-1231-F9C2-85191154A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61" y="1943100"/>
            <a:ext cx="5441539" cy="23758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203786F-531B-F7AF-222F-E8A1BB9D3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030" y="1810043"/>
            <a:ext cx="4354830" cy="143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écutif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 automotive 2017.pptx  -  Lecture seule" id="{F0AF376F-5D49-4AFB-A3D0-B022E99F3EB3}" vid="{2C01D4B0-6AEC-488E-BCB5-851D38814E32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 automotive 2017.pptx  -  Lecture seule" id="{F0AF376F-5D49-4AFB-A3D0-B022E99F3EB3}" vid="{96D98471-4BA4-46DD-A3AE-4EDCD4F70BD6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automotive 2017</Template>
  <TotalTime>367</TotalTime>
  <Words>45</Words>
  <Application>Microsoft Office PowerPoint</Application>
  <PresentationFormat>Grand écran</PresentationFormat>
  <Paragraphs>12</Paragraphs>
  <Slides>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Exécutif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CHARY</dc:creator>
  <cp:lastModifiedBy>Ludovic DOUMINGE</cp:lastModifiedBy>
  <cp:revision>25</cp:revision>
  <dcterms:created xsi:type="dcterms:W3CDTF">2019-06-28T11:36:04Z</dcterms:created>
  <dcterms:modified xsi:type="dcterms:W3CDTF">2025-02-06T08:56:39Z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1386c1-aa89-4f91-a4e1-d40a286f57db_Enabled">
    <vt:lpwstr>true</vt:lpwstr>
  </property>
  <property fmtid="{D5CDD505-2E9C-101B-9397-08002B2CF9AE}" pid="3" name="MSIP_Label_751386c1-aa89-4f91-a4e1-d40a286f57db_SetDate">
    <vt:lpwstr>2024-11-12T12:47:55Z</vt:lpwstr>
  </property>
  <property fmtid="{D5CDD505-2E9C-101B-9397-08002B2CF9AE}" pid="4" name="MSIP_Label_751386c1-aa89-4f91-a4e1-d40a286f57db_Method">
    <vt:lpwstr>Standard</vt:lpwstr>
  </property>
  <property fmtid="{D5CDD505-2E9C-101B-9397-08002B2CF9AE}" pid="5" name="MSIP_Label_751386c1-aa89-4f91-a4e1-d40a286f57db_Name">
    <vt:lpwstr>Restreint</vt:lpwstr>
  </property>
  <property fmtid="{D5CDD505-2E9C-101B-9397-08002B2CF9AE}" pid="6" name="MSIP_Label_751386c1-aa89-4f91-a4e1-d40a286f57db_SiteId">
    <vt:lpwstr>e7402e31-9349-432e-8451-73da2c518854</vt:lpwstr>
  </property>
  <property fmtid="{D5CDD505-2E9C-101B-9397-08002B2CF9AE}" pid="7" name="MSIP_Label_751386c1-aa89-4f91-a4e1-d40a286f57db_ActionId">
    <vt:lpwstr>786ad914-06cf-4942-9683-6e543c353995</vt:lpwstr>
  </property>
  <property fmtid="{D5CDD505-2E9C-101B-9397-08002B2CF9AE}" pid="8" name="MSIP_Label_751386c1-aa89-4f91-a4e1-d40a286f57db_ContentBits">
    <vt:lpwstr>0</vt:lpwstr>
  </property>
</Properties>
</file>